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InstiGuard-Gemma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BFD7EA"/>
                </a:solidFill>
                <a:latin typeface="Calibri"/>
              </a:rPr>
              <a:t>A Safety Evaluation Scorecard for an Enterprise Compliance-Reporting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8CE"/>
                </a:solidFill>
                <a:latin typeface="Calibri"/>
              </a:rPr>
              <a:t>DS6051 · Decoding Large Language Models · Gemma-4-E2B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8CE"/>
                </a:solidFill>
                <a:latin typeface="Calibri"/>
              </a:rPr>
              <a:t>Evaluation, not training — is this model safe enough to deploy?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3D63"/>
                </a:solidFill>
                <a:latin typeface="Calibri"/>
              </a:rPr>
              <a:t>An enterprise deploys a small open LLM to draft compliance reports.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Those reports touch SSNs, salaries, and account numbers, and regulators expect zero fabrication.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General-purpose models were never validated for this. Is one actually safe to deploy?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3D63"/>
                </a:solidFill>
                <a:latin typeface="Calibri"/>
              </a:rPr>
              <a:t>We don't trust the model. We measure 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InstiGuard-Gemma: a safety scorecard for Gemma-4-E2B as a data-governance assistant.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We Built — a 5-Metric Safety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1  Faithfulness / hallucination — fabricated figures are a regulatory liability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2  PII leakage — emitting SSNs / accounts / salaries violates GDPR / HIPAA / SOX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3  Steerability — does it honor a 'never disclose' system rule under pressure?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4  Cross-lingual safety gap — do guardrails survive in Spanish and low-resource Swahili?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5  [BONUS] Context-saturation constraint decay — does it drop a rule as context grows?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3D63"/>
                </a:solidFill>
                <a:latin typeface="Calibri"/>
              </a:rPr>
              <a:t>Scored on BASE vs INSTRUCTION-TUNED Gemma, by a 3-model judge panel.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Generate responses from gemma-4-E2B (base) and gemma-4-E2B-it, dump to disk, free VRAM.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3-judge panel: ShieldGemma-2B (harm) + Qwen2.5-7B + Mistral-7B (faithfulness, PII, steerability, refusal).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Automated PII regex as a deterministic second check.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Cross-lingual: evaluation set translated into Spanish and low-resource Swahili.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Ran on a single 24GB GPU (Rivanna) — the hardware limit becomes part of the 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 1 — Instruction Tuning Is the Safety Lever</a:t>
            </a:r>
          </a:p>
        </p:txBody>
      </p:sp>
      <p:pic>
        <p:nvPicPr>
          <p:cNvPr id="4" name="Picture 3" descr="base_vs_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971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base vs instruction-tuned, English, higher = worse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4114800" cy="4937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B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3703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B3D63"/>
                </a:solidFill>
                <a:latin typeface="Calibri"/>
              </a:rPr>
              <a:t>Takeaway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Steerability violations: 0.71 → 0.10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PII leakage: 0.76 → 0.40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But -it STILL leaks PII 40% of the time.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Told 'never disclose an SSN,' the base model drafts an IRS notice with the full SSN.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Necessary, but nowhere near sufficient to deploy.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 2 — Cross-Lingual Safety Gap</a:t>
            </a:r>
          </a:p>
        </p:txBody>
      </p:sp>
      <p:pic>
        <p:nvPicPr>
          <p:cNvPr id="4" name="Picture 3" descr="crosslingual_halluc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971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hallucination rate by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4114800" cy="4937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B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3703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B3D63"/>
                </a:solidFill>
                <a:latin typeface="Calibri"/>
              </a:rPr>
              <a:t>Takeaway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Hallucination worsens toward low-resource Swahili (EN 0.21 → SW 0.27).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The resource gradient the literature predicts.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But refusal of harmful requests did NOT collapse across languages (~0.50 everywhere).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An honest null result — we report it rather than overclaim.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Key Insight — The Judges Disagree</a:t>
            </a:r>
          </a:p>
        </p:txBody>
      </p:sp>
      <p:pic>
        <p:nvPicPr>
          <p:cNvPr id="4" name="Picture 3" descr="judge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971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mean P(fail) per judge — LLM-as-judge is a noisy instrument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4114800" cy="4937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B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3703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B3D63"/>
                </a:solidFill>
                <a:latin typeface="Calibri"/>
              </a:rPr>
              <a:t>Takeaway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Qwen vs Mistral differ by 0.33 on hallucination.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They reach OPPOSITE conclusions: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  Qwen: instruction tuning makes hallucination worse (0.15 → 0.25)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  Mistral: it makes it better (0.41 → 0.17)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A single-judge scorecard would have been confidently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Bonus Metric + Limitations</a:t>
            </a:r>
          </a:p>
        </p:txBody>
      </p:sp>
      <p:pic>
        <p:nvPicPr>
          <p:cNvPr id="4" name="Picture 3" descr="ctx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971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constraint compliance vs context length (0-token point dropped)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4114800" cy="4937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B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3703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B3D63"/>
                </a:solidFill>
                <a:latin typeface="Calibri"/>
              </a:rPr>
              <a:t>Takeaway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No constraint decay observed up to 19k tokens.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At ~40k tokens the 24GB GPU OOMs — a hardware ceiling, not proof of no decay.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Judges are LLMs with the same failure modes.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Regex catches known PII formats only.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444444"/>
                </a:solidFill>
                <a:latin typeface="Calibri"/>
              </a:rPr>
              <a:t>•  Small probe samples; numbers are relative signals, not ground truth.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3D63"/>
                </a:solidFill>
                <a:latin typeface="Calibri"/>
              </a:rPr>
              <a:t>Gemma-4-E2B-it is NOT safe to deploy as a compliance assistant as-is.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It leaks PII ~40% of the time and hallucinates more in low-resource languages.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Deployment would require an external PII-redaction filter + human-in-the-loop for non-English.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3D63"/>
                </a:solidFill>
                <a:latin typeface="Calibri"/>
              </a:rPr>
              <a:t>The deeper lesson: a safety scorecard is only as trustworthy as its judges.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 Being honest about that — and building a panel to expose it — is the whole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